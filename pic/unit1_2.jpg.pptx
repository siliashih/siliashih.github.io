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9EF3D3-0FE4-48D1-19E2-3E8C5C6FC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617C9-0F36-9E6C-2089-E4D6B8582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760C04-3605-4A4A-B76D-DA737041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DF8398-035A-57A2-BDF3-53E9E17A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BA6E2B-C08E-D648-D210-A1CA35AC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127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3429B-5560-4179-37E4-101C0AB3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6E0A44-52BF-AB7B-8409-36DB02B7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46F149-DBEF-1F4F-5021-84E6AC51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363C77-DD62-F9A1-5671-337D7408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3C162C-88D9-7EE1-1862-85F4AF9C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27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C5F62C-5811-A99D-6C90-B2D2398C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F14CB7-96ED-B347-A990-0FC98E8B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BF4406-B3B1-C480-92EC-0866CAB7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742E00-2B93-5AD8-51B3-07311A58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62D7F9-E97C-CE79-C264-4F8AD61C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40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C7A32-68D4-2341-933E-CAE1EC37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BAD7C2-E4CE-20BC-ACA9-3839572B1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818CFC-AA90-6404-EECA-B4BD2506A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FD647C-DE7E-27E1-578D-C1D51ED46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5CEBF2-9E18-1B39-11A3-E18CAFBE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1B0DF2-37A2-7572-1CC7-C6A87676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10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103BE0-26B5-53FD-99A7-0D4BB720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B3C03D-1B10-BA7A-CDB0-053A29038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5716E3-2C9F-AC26-7C61-FB4167584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3E69129-CDC5-3D12-E1D9-4D2C8BEB2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6A4A89-E2BC-73A9-64CD-BD5344A92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B0B5452-737E-32C4-1756-07C275F4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7B18CAB-042C-A291-432D-99E7540B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BD8ADCD-A76B-6516-A1EF-36E81E4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32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289E5D-47E6-0BC8-BF6A-017EAF34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0E29289-56E7-25A8-5FBB-3EB95A3B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DCE341-D8A9-0866-AE75-0AEC3F0A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4E839F-3117-98B8-6063-2AE7CE1D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32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44A0898-DA0E-4ED5-254E-E8212603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50264AC-9135-9961-CE52-2FD21E3C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B5109B-5C1B-7B07-0F7B-46830DB6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71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B45EC-E13D-C671-A89C-0A5715D5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98FC6A-CA04-6AB4-102E-BD99C0E2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33B3C1-918D-C636-8A12-B7DFB0449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B40F8A-7859-C86F-5E22-30558786F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6C61FA-9F67-770C-5D32-DF340B73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136701-35B3-F646-52EA-8870D7B6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67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EC241-00D8-BA9C-79AF-05FEBC9F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191DE8-53E4-E047-EFC9-BD8303A1F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F18312-F127-202E-70B8-FF5E6A740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9CEF22-A87D-FCAD-D765-5F6794DB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6036D4-33A7-82CC-5DEF-B61FFC8A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5297E8-7010-545B-73AE-D0A30E68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04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381A5-7FE2-C214-3D32-946803D8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C0AF13-0567-966F-60A1-E8C2D060A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1EAE36-4FA3-CE60-9D02-87B5790D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EAE81-4683-EA21-D819-E5C240C0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72D9AD-63B3-82AE-90AB-9A1B4DFE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83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51BE4F8-83D9-5476-0012-335A7F45E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782F9E5-EBFE-E2D2-28AE-694386294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69E322-8DD4-B347-F2DF-BB4ABC31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C1C8DB-5FE8-AAF3-E32A-CE274636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C0838E-DF25-8ECA-C61F-0BACADC9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29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F70A4A0-3D8E-02B4-CB93-074D7103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C0DF40-7096-3586-E0BD-FDC496966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7FF509-4CE1-E318-A331-2960584DD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D2F03-B6B4-4601-91A2-252FFB3C9250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CF43CD-6E57-6717-2A54-C68C085DC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095EA3-D0A7-00B4-1D94-FBA27CD87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4DCFA-11B6-46E8-8E93-8887617528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44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3E2C66-595F-D951-02A0-8B3634438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A250F3-3380-4D18-F2EC-687F9731E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 descr="一張含有 室內, 人的臉孔, 人員, 天花板 的圖片&#10;&#10;AI 產生的內容可能不正確。">
            <a:extLst>
              <a:ext uri="{FF2B5EF4-FFF2-40B4-BE49-F238E27FC236}">
                <a16:creationId xmlns:a16="http://schemas.microsoft.com/office/drawing/2014/main" id="{4095154D-960E-42F5-E759-3F26C67B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26" y="28514"/>
            <a:ext cx="4653964" cy="3550506"/>
          </a:xfrm>
          <a:prstGeom prst="rect">
            <a:avLst/>
          </a:prstGeom>
        </p:spPr>
      </p:pic>
      <p:pic>
        <p:nvPicPr>
          <p:cNvPr id="9" name="圖片 8" descr="一張含有 人的臉孔, 人員, 微笑, 牙齒 的圖片&#10;&#10;AI 產生的內容可能不正確。">
            <a:extLst>
              <a:ext uri="{FF2B5EF4-FFF2-40B4-BE49-F238E27FC236}">
                <a16:creationId xmlns:a16="http://schemas.microsoft.com/office/drawing/2014/main" id="{FC01336D-D5B9-6CB8-6453-0561632D5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42" y="28514"/>
            <a:ext cx="4653964" cy="3497594"/>
          </a:xfrm>
          <a:prstGeom prst="rect">
            <a:avLst/>
          </a:prstGeom>
        </p:spPr>
      </p:pic>
      <p:pic>
        <p:nvPicPr>
          <p:cNvPr id="11" name="圖片 10" descr="一張含有 文字, 軟體, 網頁, 網站 的圖片&#10;&#10;AI 產生的內容可能不正確。">
            <a:extLst>
              <a:ext uri="{FF2B5EF4-FFF2-40B4-BE49-F238E27FC236}">
                <a16:creationId xmlns:a16="http://schemas.microsoft.com/office/drawing/2014/main" id="{E75EBC11-2BF4-2203-99B0-934408740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920" y="3602038"/>
            <a:ext cx="5456902" cy="306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0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佩彣 施</dc:creator>
  <cp:lastModifiedBy>佩彣 施</cp:lastModifiedBy>
  <cp:revision>1</cp:revision>
  <dcterms:created xsi:type="dcterms:W3CDTF">2026-03-03T02:56:38Z</dcterms:created>
  <dcterms:modified xsi:type="dcterms:W3CDTF">2026-03-03T02:57:14Z</dcterms:modified>
</cp:coreProperties>
</file>